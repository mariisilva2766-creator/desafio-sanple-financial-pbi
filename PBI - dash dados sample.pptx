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58" r:id="rId6"/>
    <p:sldId id="256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393193-6F01-4F5B-AEB1-E221D0A1B117}" v="12" dt="2025-11-21T21:46:07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74" d="100"/>
          <a:sy n="74" d="100"/>
        </p:scale>
        <p:origin x="100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ages.store.office.com/addinsinstallpage.aspx?rs=pt-PT&amp;assetid=WA200003233&amp;isWac=True&amp;ui=pt-PT&amp;ad=PT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1/relationships/webextension" Target="../webextensions/webextension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Regresse ao seu browser ou copie esta ligação para o mesmo: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https://pages.store.office.com/addinsinstallpage.aspx?rs=pt-PT&amp;assetid=WA200003233&amp;isWac=True&amp;ui=pt-PT&amp;ad=PT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Precisa de mais ajuda?</a:t>
            </a:r>
          </a:p>
        </p:txBody>
      </p:sp>
      <p:pic>
        <p:nvPicPr>
          <p:cNvPr id="17" name="LaunchHelpImage" descr="Friso do Office aberto no separador Inserir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Os Meus Suplementos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Inserir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No </a:t>
            </a:r>
            <a:r>
              <a:rPr lang="en-US" sz="1200" b="0" i="0" baseline="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separador</a:t>
            </a:r>
            <a:r>
              <a:rPr lang="en-US" sz="1200" b="0" i="0" baseline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1200" b="0" i="0" baseline="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Inserir</a:t>
            </a:r>
            <a:endParaRPr lang="en-US" sz="1200" b="0" i="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Após instalar o suplemento, pode iniciá-lo ao selecionar o botão do suplemento no separador Inserir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Reiniciar o suplemento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Ícone de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>
                <a:extLst>
                  <a:ext uri="{FF2B5EF4-FFF2-40B4-BE49-F238E27FC236}">
                    <a16:creationId xmlns:a16="http://schemas.microsoft.com/office/drawing/2014/main" id="{D5EA346B-D220-6DE4-FE11-DF1569B18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458499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" name="Suplemento 1">
                <a:extLst>
                  <a:ext uri="{FF2B5EF4-FFF2-40B4-BE49-F238E27FC236}">
                    <a16:creationId xmlns:a16="http://schemas.microsoft.com/office/drawing/2014/main" id="{D5EA346B-D220-6DE4-FE11-DF1569B18E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Suplemento 5">
                <a:extLst>
                  <a:ext uri="{FF2B5EF4-FFF2-40B4-BE49-F238E27FC236}">
                    <a16:creationId xmlns:a16="http://schemas.microsoft.com/office/drawing/2014/main" id="{467729E4-E048-371C-FB82-49ADEF71FD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2838199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Suplemento 5">
                <a:extLst>
                  <a:ext uri="{FF2B5EF4-FFF2-40B4-BE49-F238E27FC236}">
                    <a16:creationId xmlns:a16="http://schemas.microsoft.com/office/drawing/2014/main" id="{467729E4-E048-371C-FB82-49ADEF71FD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9180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BFDF2811-A458-41F4-91F5-D3677CE3B872}">
  <we:reference id="wa200003233" version="2.0.0.3" store="pt-BR" storeType="OMEX"/>
  <we:alternateReferences>
    <we:reference id="WA200003233" version="2.0.0.3" store="WA200003233" storeType="OMEX"/>
  </we:alternateReferences>
  <we:properties>
    <we:property name="embedUrl" value="&quot;/reportEmbed?reportId=d6f14e47-7cef-454e-b17e-abe31a54dbec&amp;config=eyJjbHVzdGVyVXJsIjoiaHR0cHM6Ly9XQUJJLVNPVVRILUNFTlRSQUwtVVMtQi1QUklNQVJZLXJlZGlyZWN0LmFuYWx5c2lzLndpbmRvd3MubmV0IiwiZW1iZWRGZWF0dXJlcyI6eyJ1c2FnZU1ldHJpY3NWTmV4dCI6dHJ1ZX19&amp;disableSensitivityBanner=true&amp;storytellingChangeViewModeShortcutKeys=true&quot;"/>
    <we:property name="bookmark" value="&quot;H4sIAAAAAAAAA+1azVLjOBB+FcoXLoZS/Iu5MQxTSw1MsQPFHraoLVnqOJpy7IyssGRTeaF9jX2xbUl2fk0SmJllJ8DFcqvV6p9PrW6HscNFNcjp6BPtg3PsnBdcMMpLuddxXKewxJgwL4iDOII4DWNCwjTxcbYcKFEWlXM8dhSVGahbUQ1priUh8fc716F5fkUz/daleQWuMwBZlQXNxV9gmXFKySFMXAceBnkpqRZ5ragCLfYe2fEdVegchrgjZUrcwzUwZakpjSAIqJ+Q5KjjBQkPmYdslWUwmrWyaNFm+9OyUFQUuI2mhREwj0ZJcsQTzyPcTwnR9K7IVc2Sjs4eBhKtQ5tHA+2cU9Q1KyV6LXeMFRIqq/TYOS3zYd+Mzhbo1+VQMvgMXTNVKKFGKKkrClowoZ0yQYdcyRLdZWZwyIdMGXKv/PNUAm7KnWMycad6nPB7XI3UZSVOskxCRlX9evZDNLymOVjih2FRh4esqnuHlEoUWV6HfxaJG2vFQMBpj0ql4ZV+wThqr+OiUnKQ70bG8e+FbBDguUt6v6Sxk7sGocj7ZQ6DNUSs9t8fE3cTPcVJDD4k3SQIE0LwnFL/6A28W8dz7wq9AEtB7TwDwRR5fw4IP2byy+I4oUEahF3CIhIkURqAH/grOLa31diJUu77cdQhXpKwkBJgsaHXF1frtPtfgv8asj4UbeBHwup5fPlzsEUS3+LY/iJAUsl6owu4h3xVs+n86lSjzy2VwlYDxopnWleXNVNhzoLB73Wdodnm9KnHX4eC7nHY41RRK6o2xTkpyrW5bB2sdtkvl//8XbU4ZmPCZPmwwpMN3MK4NXduTke77NkacbttZA0fewlEnZgGHG8AEnskCqM4IuHGYuYtG71lo6lfbqTANlRJeE5KqnIsjORCEnL6gC2uHmSA/aJehMgbWC0FVDN0Lo5umxYW67wPsuybZbW9OiJTl1yUGCJt6g1Nc/iDA6PACTvwGEsOgu5RekDDoHPQ7R75Hos5gKc7dKsw0SXbbz1MonVphl18UyqcFFw/LqCr9PN8qU6oti/mmhCj3kuFgwUh6nBL86Fp/lHmhVDWT2NLRj6PdPwLw/nofGDm7/QGn0XWMzp/KtWqaj/QEPeb5cyjbyu3GLPd1tn9X5XcC/a3cNua9d6G9f6G9f5+HRbzZ55olz52LeegX3JzUsAk6Hah72glmBZqxT1yxU8dt9vJ6lVc8AtnAuk2R850uwRFLaDGc/fUW/B3wsilhMgo6wE3p/tcQd8GWXDQCon6wFcMtzzntsHtD1CZqml3m7ePQl9uxJ3ebk/rhJ9z5bZfGLO7ak16tTnzXlMv6UBzkHrWxv8V2O/+JGYtVo/rjJvdjmvC6zodHBrOnQ91sBbqwauxf0ehHqyFejAH9bdQ/9/MemKova1D7dUlHZZttKiaX3BtwGWZm1FTy6O0XBcFdvbrEOQITTUcszLkUBt6OC1ADlvKi0MdJBQmKvRjTgeV7u31b8luA7nRRxg9oSv8/gAy2l2JomhU00j5Botn8XvE7sXNkEmWtnVuPNL0U8Uwz7EK64mcSyjmq6/RXMu1toPH3W7KLMtn29WNXMjQRWGXAA34UUyTEEikRaz94qLgQaXlw+J3X3u4Wj/ClENVDSiDK1pASwdqgMiBb+hCzX8lTHvQyeRfaWsEwA4hAAA=&quot;"/>
    <we:property name="datasetId" value="&quot;43f2398c-dcd0-46f2-a6e9-523892ccd0b3&quot;"/>
    <we:property name="pageName" value="&quot;ba6e44a390981249d5c2&quot;"/>
    <we:property name="reportUrl" value="&quot;/links/QQQJXIQwIz?ctid=cf72e2bd-7a2b-4783-bdeb-39d57b07f76f&amp;bookmarkGuid=54bca320-f7c3-4402-8a3b-1847b1bf1266&quot;"/>
    <we:property name="reportName" value="&quot;PBI - dash dados sample&quot;"/>
    <we:property name="reportState" value="&quot;CONNECTED&quot;"/>
    <we:property name="pageDisplayName" value="&quot;Produto x Segmento&quot;"/>
    <we:property name="backgroundColor" value="&quot;#F0F0F0&quot;"/>
    <we:property name="initialStateBookmark" value="&quot;H4sIAAAAAAAAA+1a21LjOBD9FcovvBjK8S2Yt8AwtRSXYYFiH7aoKUXqOJpybI8ss2RS+aH9jf2xbUl2riYJzMyyE+DFcqvV6stRq9thZDFe5AkZXpIBWIfWaco4JSwTOy3LtlJDPPr06eyic332+bJzcYLkLJc8SwvrcGRJImKQd7woSaJEIPHPe9siSXJFYvXWI0kBtpWDKLKUJPwbGGackqKEsW3BY55kgiiRN5JIUGIfkB3fce/WfoA7Eir5A9wAlYbaJSH4PvEiJzpouX7EAuoiW2EYtGaNLEq03v44SyXhKW6jaEEI1CVhFB2wyHUd5nUdR9F7PJEVS3d48pgLtA5tHubKK8eoa5wJdFdiaSsEFEbpkXWcJeVAj07m6DdZKShcQ09PpZLLIUrq8ZSklCunjNEhVyJDd+kZHLKSSk3uZ38dC8BNmXXojO2JHh32gKuRuqhEJ44FxERWryc/RcMbkoAhfizTKjzOsrr3SCl4GidV+KeRuDVW5ByO+0RIBa/uF4yj8jouygQDcTTUjv/ARY0A117Q+zWNHd/XCEXeLzMYrCBitP/xmLgfqynmtMGDqBf5QeQ43aBNvIN38G4cz50r9AIsBLX1AgQT5P01IPyUya+L44j4XT/oOTR0/Cjs+uD53hKOzTU1ssIu87x22HLcKKIBcYC2Nb26sRqn7f8S/DcQDyBtAj8Sls/j65+DDZL4Bsf2Nw6CCNofnsMDJMuaTeaXp2p97ojgphrQVrzQuqqemQiz5gz+oOoMxTajTzX+WnKyw2CHEUmMqMoUq5NmK3PZKlhts18u/vm7aHDM2oRJk7LAkw3MwLgxd65PR9vs2Qpx221kBR9zCYStNvEZ3gBO23XCIGyHTrC2mHnPRu/ZaOKXW8GxDZUCXpKSigQLIzGXhKwBYIurBjFgv6gWIfJyoyWHYorO+dFd3cJinfdRZAO9rLJXRWTikvMMQ6RMvSXdBD4zoASYQ/dcSqM9v3fQ3SOB39rr9Q48l7YZgKtac6Owo0q2P/qYRKvSDNv3ulTopEw9zqEn1fN0oU4oNi/m6hCj3guFgwEh6nBHklI3/yjznEvjp5EhI5/rtLxzzfnkvK/n79UG1zzua50vM7ms2k80xP5uObPo28gt2my7cXb3dyl2/N0N3LZivbtmvbdmvbdbhUX/6SfapY5dwzkYZEyfFNAJulnoESk4VUKNuCeu+InjtjtZvYkLfu5MIN3kyKluFyCJAdRo5p56D/5WGLmQECmhfWD6dJ9KGJggcwZKIV4d+ILilqfMNLiDHJUp6na3fjvj6nJz7Mnt9rxO+CVXbvOFMb2rVqRXkzMfFPWC5IrDqWZN/N+A/fYvYtZ89bjKuOntuCK8ttXCoebc+lD7K6Huvxn7txTq/kqo+zNQfw/1/82sZ4ba3TjUblXSYdlG0qL+BdcEXGSJHtW1PEpLVFFgZr+WIIZoquaYliH7ytD9SQGy31Be7KsgoTBeoB8Tkheqt1e/Jds15IZnMHxGV/jjAaS1u+JpWqumkPIdFk/j94Td85shk8hM61x7pO6n0jJJsArr84QJSGerr+FMy7Wyg8fdbrM4TqbbVY1cQNFFQc8B4rODNokCcEIlYuUXFwmPsps9zn/3NYer8SNMVsoiJxSuSAoNHagGIgO2pgvV/5Vg6U1QG47RXrNAGTrpWcfjfwGcSyajNyEAAA==&quot;"/>
    <we:property name="isFiltersActionButtonVisible" value="true"/>
    <we:property name="isVisualContainerHeaderHidden" value="false"/>
    <we:property name="reportEmbeddedTime" value="&quot;2025-11-21T21:44:29.369Z&quot;"/>
    <we:property name="creatorTenantId" value="&quot;cf72e2bd-7a2b-4783-bdeb-39d57b07f76f&quot;"/>
    <we:property name="creatorUserId" value="&quot;100320034851188C&quot;"/>
    <we:property name="creatorSessionId" value="&quot;b771deb5-bdd2-47d8-bb39-d4e20ed5c553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FCBB31F-E566-49F0-9A94-95FAACD25C1B}">
  <we:reference id="wa200003233" version="2.0.0.3" store="pt-BR" storeType="OMEX"/>
  <we:alternateReferences>
    <we:reference id="WA200003233" version="2.0.0.3" store="WA200003233" storeType="OMEX"/>
  </we:alternateReferences>
  <we:properties>
    <we:property name="embedUrl" value="&quot;/reportEmbed?reportId=d6f14e47-7cef-454e-b17e-abe31a54dbec&amp;config=eyJjbHVzdGVyVXJsIjoiaHR0cHM6Ly9XQUJJLVNPVVRILUNFTlRSQUwtVVMtQi1QUklNQVJZLXJlZGlyZWN0LmFuYWx5c2lzLndpbmRvd3MubmV0IiwiZW1iZWRGZWF0dXJlcyI6eyJ1c2FnZU1ldHJpY3NWTmV4dCI6dHJ1ZX19&amp;disableSensitivityBanner=true&amp;storytellingChangeViewModeShortcutKeys=true&quot;"/>
    <we:property name="bookmark" value="&quot;H4sIAAAAAAAAA91XyW7bMBD9FYNno6Aky5JyS5wULZAWQd3mUvgwIscOA4ZUKcq1G/iH+hv9sZKinNVZEASI45PImdEsbxaSl4SLupKw/AoXSPbIZ8UFA65NLyJ9ogKRFnERp1FEh1HGB7SMipw6rq6s0Kome5fEgpmhPRV1A9JrcsSfkz4BKU9g5ndTkDX2SYWm1gqk+INB2LGsaXDVJ7iopDbgVY4tWPRq507c7Z0L0YfEWQRmxRzHyGygJlmSlillDNIoK9IsyrFwYnUQaD3bKOJVt+ZHWlkQypnxNMymxZAP4hyybJgUDFgGnl4LNZOdw9f/fl9WHhyLC1vqhcejPHeGvabVygVEizJGShPGszjJARPIB/7vqZC2M1gujxaVcVg5BIO2fT4HxZCTFhCDdYj/kuzPZgZnYLvt0S3mSMvmYgN9rBvD8BtOW5aywi6djalQzobw4Hs/T4x2aWk5Y5AYiB8b1YFM/fZM/x4ZdFnhnjBxlEcxYWD4bUDcxnA0B8s22ENh1jmM+3d8fstAXWSONIwxpVk6TWiZUxZz5INiyxP3Qwlb98Za8jtBDXYxe49FG1KYDFOXixRZQTOaQgQ0HW55Ct1yKuzTzde/8nfkSDNt3LyW91x+La9GulHWLMkLyqgSODoDY7e6lB5CfTVZnzZO4vzGedKBHtx/fZQn4egopxSyqHTDh7G0zOM4f5flGz1Wvg/6+0mgAcPOlsc4R3nftSv+fdbaoVMwIlwl2jBeGF53J7pSRm5FfOgvKV7shj/d+lcjoMexx8FCUNWFQvaV3tBLz+vpXcbly7+/9UuGDJNN7VoCeajjjQPn6T7eZWS7itvtILvyCdMzyQaQR5SnScFhSFMW5+WT0/NtD9NnTMX39QBYt+UBmO2/BDz4Gni7O0BbyNeIkQt0D2y/0I2tK2B4Agpb+1VQITA8YRcVKO6z1K6N/x4Ll4qQpFOQjc9P+xwnrZnW2n8dxc6JBxAAAA==&quot;"/>
    <we:property name="datasetId" value="&quot;43f2398c-dcd0-46f2-a6e9-523892ccd0b3&quot;"/>
    <we:property name="pageName" value="&quot;3735b50cca51795718e9&quot;"/>
    <we:property name="reportUrl" value="&quot;/links/QQQJXIQwIz?ctid=cf72e2bd-7a2b-4783-bdeb-39d57b07f76f&amp;bookmarkGuid=c9c10221-2bd8-4922-89ad-089857d92f6d&quot;"/>
    <we:property name="reportName" value="&quot;PBI - dash dados sample&quot;"/>
    <we:property name="reportState" value="&quot;CONNECTED&quot;"/>
    <we:property name="pageDisplayName" value="&quot;Países x Lucro&quot;"/>
    <we:property name="backgroundColor" value="&quot;#F0F0F0&quot;"/>
    <we:property name="initialStateBookmark" value="&quot;H4sIAAAAAAAAA91X227bMAz9lUDPweBLHNt9S9MOG3pFs/VlCAZaolMVquXJcpasyA/tN/Zjkyyn17QpigJN82SJosnDQ4qSrgnjVSlgfgxXSHbI14JxCkyqjk+6pHDC3ZOTg6PB2cHP48HRvhHLUnNZVGTnmmhQE9TnvKpBWBNG+GPcJSDEKUzsLAdRYZeUqCpZgOB/0CmbJa1qXHQJzkohFViTIw0ardmpUTdz49v/FBqPQDWf4gipdtIwDqMs8iiFyI/TKPYTTI1a5RQaZCtVrOnG/VAWGnhh3FgZxnnaZ70ggTjuhykFGoOVV7yYiBbw7b/f5qVlReNMZ3Jm+cgujWNrabEwAXlpFqDnhZTFQZgAhpD07N85F7p1mM33Z6UyXBkGnbUBm0JBkZGGEIWVi/+aDCYThRPQ7XT/3uJQivpqhXwka0XxDPNmqdBcz42PnBfGB7fkW5ynSpq0NCsjEOiEn+uiJdmz0wv5e6jQZIVZwdhInuWEgmL3CTETxVDtzptg97ha5jDoPsD8noGayIyoH2DkxVEeelni0YAh66UbnrjvBddVZyQFexBUbxuz91y0LoVhPzK5iJCmXuxF4IMX9Tc8hWaYc71+83Vv8A6NaCKVadTiEeS3QjWUdaHVnLyijEqOwwtQeqNL6SnWF+PlaWM0Lu+cJy3pDv7bszx2R0eWexD7mWk+lEZZEgTJhyxf/7nyfRLvF44KFL2YH+IUxWNoN+uPl5aAzkFxd5VownhleO1l6MYYuRfxnr2kWLU7eNrxr5pDh2GHgQZnqg2FDAq5Yi+9bE9vMy9H//5Wr2kyVNSV2RLIXB2vbDjr9/E2M9tW3HYH2ZaP655h3IPE91gUpgz6XkSDJFvbPd/3MH1BV/xYD4DlttwFtfmXgCdfA+93B2gK+ZYxcoXmgW0HstZVCRRPocDGf+lMcHRP2FkJBbNZasbKfg+5SYVL0jmI2uaneY6TxonJG88ErvnBPtJJA6tB9x8CU5HEMBAAAA==&quot;"/>
    <we:property name="isFiltersActionButtonVisible" value="true"/>
    <we:property name="isVisualContainerHeaderHidden" value="false"/>
    <we:property name="reportEmbeddedTime" value="&quot;2025-11-21T21:45:51.115Z&quot;"/>
    <we:property name="creatorTenantId" value="&quot;cf72e2bd-7a2b-4783-bdeb-39d57b07f76f&quot;"/>
    <we:property name="creatorUserId" value="&quot;100320034851188C&quot;"/>
    <we:property name="creatorSessionId" value="&quot;33058168-cfba-4ac3-8f32-62771f62b446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0f93c93-6557-4771-9cc2-8d8e09d96263}">
  <we:reference id="WA200003233" version="2.0.0.3" store="pt-PT" storeType="OMEX"/>
  <we:alternateReferences/>
  <we:properties>
    <we:property name="Microsoft.Office.CampaignId" value="&quot;none&quot;"/>
    <we:property name="reportUrl" value="&quot;/groups/me/reports/d6f14e47-7cef-454e-b17e-abe31a54dbec/9c65b4127b50b545b400?bookmarkGuid=97216541-5c3e-4c79-8242-17cb2632adf2&amp;bookmarkUsage=1&amp;ctid=cf72e2bd-7a2b-4783-bdeb-39d57b07f76f&amp;fromEntryPoint=export&quot;"/>
    <we:property name="reportState" value="&quot;CONNECTED&quot;"/>
    <we:property name="artifactViewState" value="&quot;live&quot;"/>
    <we:property name="reportEmbeddedTime" value="&quot;2025-11-21T21:32:22.243Z&quot;"/>
    <we:property name="creatorSessionId" value="&quot;f3de8ed4-14fc-478d-aa79-c8bea83ccff0&quot;"/>
    <we:property name="creatorUserId" value="&quot;100320034851188C&quot;"/>
    <we:property name="creatorTenantId" value="&quot;cf72e2bd-7a2b-4783-bdeb-39d57b07f76f&quot;"/>
    <we:property name="pageDisplayName" value="&quot;Países&quot;"/>
    <we:property name="pageName" value="&quot;9c65b4127b50b545b400&quot;"/>
    <we:property name="reportName" value="&quot;PBI - dash dados sample&quot;"/>
    <we:property name="isVisualContainerHeaderHidden" value="false"/>
    <we:property name="isFiltersActionButtonVisible" value="true"/>
    <we:property name="initialStateBookmark" value="&quot;H4sIAAAAAAAAA+2Wy27bMBBFfyXg2ihkWZKl7BzXBYo0D8RtNoVRDMWRwoAmBYpK7QT69w4pp3mgaLroI03rjcnL0cyd0THMGyZk2yjYHsMa2T57q4UsQRi7N2Yjpgfx4OTk8Gh2dvjpeHa0INk0Thrdsv0b5sDW6M5l24HyKUj8uBoxUOoUar+rQLU4Yg3a1mhQ8hqHYDpytsN+xHDTKGPBp1w6cOjTXlE47an2+NWEKkLp5BUusXSDWpRZypNxPOVpxNOE1lFEYe0QEJx9M8SnDuXnRjuQmsp4rYo5RlksJhAVyTRNpuNMBF0qtwvh28WmsdQd9bxt/FTm5LU2lsalWOjCYjuYvmFzo7p1WC0e6EvT2RLPsApH2km3pUyV1KBL6YfS00BOraFxhZO56bSz2yBfmM9zi1SUrEX96KuPmbiip0l9bGJW1xZrcLvt4pc4XILCQXzT6d3riZ6v3Q9aunZvaZR42vOKlFbqWu2QvaPn/dAKXHcWj6DxPwl+Sex5UvpbWqnq5T0ed7hsA0I/n49V748yDmIqIj4porTEXERQpP9B/iGHtKyke5FUJPkkxbGoeC4mSZpzFBg9CyqWWK9Ru3+Bikbi/AKse0yFsQLtwfD+X0t7+w8Xjx4Z/6Pd9qvfie8dFQO+UTzNi0lVTEueprHIeJlnT+L7QrApwYq/FBkvlXEUZ0mWxnFaQsHTMk/BJ/5uzw43jpvNw7bD577C1khXT78wnWsbKPEUNIahNIM9iSGOXj9ogWK3tv77nSRyhtLnoDpfNVxUWShCbiRX+MQD/vrKgi2Paf8FNUTYtkoLAAA=&quot;"/>
    <we:property name="bookmark" value="&quot;H4sIAAAAAAAAA+2Wy27bMBBFfyXg2iioB2Upu9RNgQJtEdRtNoEXI3KkMJBJgaJSO4H/vUPKaR4omi76SNN6Y/JyPHNneATrmik99B1s38Ma2SF7Y5SWoKw7SNiMmUnkIJICOOcqKTJeZzlkgk5t77U1Azu8Zh5ci/5UDyN0IROJZ6sZg647gTbsGugGnLEe3WANdPoKp2A68m7E3Yzhpu+sg5By6cFjSHtJ4bQnC8mLjCqC9PoSlyj9pFayEHWepPNa8FrktOacwoYpIDr7ZkhIHcsvrPGgDZUJWpPWyItUZcCrfC7yeVKoqOvO70Pq7fGmd9Qd9bztw3AW5LW1jqbWsdiFw2Eyfc0WthvXcXV8T1/a0Un8gE08Ml77LWVqtAEjdRjKjgZy4iyNK54s7Gi820b53H5eOKSiZI3vZl99HKlL+jWpD00cta3DFvx+e/xLHC6hw0l8PZr99fCna/eT0X44WNpOPe55RcqgTdvtkb2l5+PUClyNDt9BHx6J+oLYC6Tsbmilqhd3eNzjso0I/Xw+VrtwVNSg5oqe1IoLiaXiUIn/IP+QQ1o22j9LKvIyE5iopi5VlouyRoX8SVCxxHaNxv8LVPQaF+fg/EMqrFPoXk73/0q7m3+4dPbA+B/tdrf6nfjeUjHhy9N5WWVNNZe1EKkqalkWj+L7TLCR4NRfikyQZMrTIi9EmgoJVS1kKSAk/m7PHje+tpv7bcfPXYWtkV49w8KOfuhB4gkYjEPpJ3saYxxdPxiFar924futJnKm0qfQjaFqfFFlsUzAbvcFBG5F9yELAAA=&quot;"/>
    <we:property name="datasetId" value="&quot;43f2398c-dcd0-46f2-a6e9-523892ccd0b3&quot;"/>
    <we:property name="embedUrl" value="&quot;/reportEmbed?reportId=d6f14e47-7cef-454e-b17e-abe31a54dbec&amp;config=eyJjbHVzdGVyVXJsIjoiaHR0cHM6Ly9XQUJJLVNPVVRILUNFTlRSQUwtVVMtQi1QUklNQVJZLXJlZGlyZWN0LmFuYWx5c2lzLndpbmRvd3MubmV0IiwiZW1iZWRGZWF0dXJlcyI6eyJ1c2FnZU1ldHJpY3NWTmV4dCI6dHJ1ZX19&amp;disableSensitivityBanner=true&amp;storytellingChangeViewModeShortcutKeys=true&quot;"/>
    <we:property name="backgroundColor" value="&quot;#FFFFFF&quot;"/>
    <we:property name="isFooterCollapsed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527977CAA252458CA6BDB7C57EC64D" ma:contentTypeVersion="12" ma:contentTypeDescription="Create a new document." ma:contentTypeScope="" ma:versionID="ec69e2aaf4dbb73cd15787a4d07ba794">
  <xsd:schema xmlns:xsd="http://www.w3.org/2001/XMLSchema" xmlns:xs="http://www.w3.org/2001/XMLSchema" xmlns:p="http://schemas.microsoft.com/office/2006/metadata/properties" xmlns:ns3="015c9685-541c-4446-92f9-cb9e9df52e73" xmlns:ns4="dae85386-069a-458c-9abf-e82f2491eebd" targetNamespace="http://schemas.microsoft.com/office/2006/metadata/properties" ma:root="true" ma:fieldsID="09748a719c665d7171480c0469203705" ns3:_="" ns4:_="">
    <xsd:import namespace="015c9685-541c-4446-92f9-cb9e9df52e73"/>
    <xsd:import namespace="dae85386-069a-458c-9abf-e82f2491eeb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5c9685-541c-4446-92f9-cb9e9df52e7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e85386-069a-458c-9abf-e82f2491eebd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5c9685-541c-4446-92f9-cb9e9df52e7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D1827E-5567-4921-A2DA-9BF2EADB3D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5c9685-541c-4446-92f9-cb9e9df52e73"/>
    <ds:schemaRef ds:uri="dae85386-069a-458c-9abf-e82f2491ee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schemas.microsoft.com/office/2006/metadata/properties"/>
    <ds:schemaRef ds:uri="http://purl.org/dc/elements/1.1/"/>
    <ds:schemaRef ds:uri="dae85386-069a-458c-9abf-e82f2491eebd"/>
    <ds:schemaRef ds:uri="http://schemas.microsoft.com/office/2006/documentManagement/types"/>
    <ds:schemaRef ds:uri="015c9685-541c-4446-92f9-cb9e9df52e73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82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Reiniciar o suplemento</vt:lpstr>
      <vt:lpstr>Apresentação do PowerPoint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MARIA DE LOURDES RIBEIRO DA SILVA</cp:lastModifiedBy>
  <cp:revision>4</cp:revision>
  <dcterms:created xsi:type="dcterms:W3CDTF">2018-06-07T21:39:02Z</dcterms:created>
  <dcterms:modified xsi:type="dcterms:W3CDTF">2025-11-21T21:47:45Z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0x010100A1527977CAA252458CA6BDB7C57EC64D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